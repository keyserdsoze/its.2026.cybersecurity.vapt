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11612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978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Entriamo nel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Prima di toccare un target dobbiamo imparare a separare fatti, ipotesi, evidenze e confini.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545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osserviamo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facciamo domande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definiamo i confini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4808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documentiamo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da dove partiamo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come ragioniamo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come lavoriamo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kickoff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come iniziamo davvero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2249424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2066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NOTE STRUTTURATE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45536" y="4572000"/>
            <a:ext cx="1746504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4640580"/>
            <a:ext cx="1563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SCOPE &amp; ROE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6632" y="4572000"/>
            <a:ext cx="2450591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48072" y="4640580"/>
            <a:ext cx="2267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DOMANDE AL CLIENTE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4173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RAGIONIAMO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Ci danno un target e ci dicono: «diteci se è sicuro». Da dove iniziamo?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La tentazione è aprire subito uno scanner. Noi facciamo un passo prima.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Prima domanda: che cosa sappiamo davvero?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Il nostro metodo per tutto il corso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Questa sequenza tornerà in ogni modulo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osserviamo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formuliamo un’ipotesi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scegliamo un test minimo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raccogliamo evidenza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concludiamo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Fatto. Ipotesi. Evidenza.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Tre categorie per non correre più veloci dei dati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FATTO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qualcosa che abbiamo osservato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lo possiamo mostrare o riprodurre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IPOTESI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una spiegazione plausibile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serve ancora un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ciò che sostiene la conclusione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request, response, output, nota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Una response ci dà un indizio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Non trasformiamo un header in una certezza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HTTP/1.1 200 OK</a:t>
            </a:r>
            <a:br/>
            <a:r>
              <a:t>Server: nginx/1.24.0</a:t>
            </a:r>
            <a:br/>
            <a:r>
              <a:t>Set-Cookie: session=demo-alice-7f2a; HttpOnly; Secure</a:t>
            </a:r>
            <a:br/>
            <a:r>
              <a:t>Content-Type: application/json</a:t>
            </a:r>
            <a:br/>
            <a:br/>
            <a:r>
              <a:t>{"user":"alice","role":"customer"}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FATTO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La risposta dichiara nginx e invia un cookie.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IPOTESI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Quel cookie potrebbe rappresentare una sessione.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PROSSIMO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Cosa cambia se manca o se cambia?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Una buona osservazione non è ancora una vulnerabilità.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Il nostro lavoro è costruire una catena: osservazione → ipotesi → verifica → impatto → finding.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Vulnerability Assessment e Penetration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Due attività diverse. Stessa disciplina sulle evidenze.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VULNERABILITY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cerchiamo debolezze e configurazioni rischiose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validiamo alert e prerequisiti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prioritizziamo in base al contesto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PENETRATION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partiamo da ipotesi di attacco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possiamo usare PoC controllate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misuriamo l’impatto entro scope e RoE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Quanto sappiamo all’inizio?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Cambiano le informazioni di partenza, non i limiti dell’autorizzazione.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111827"/>
                </a:solidFill>
                <a:latin typeface="Aptos"/>
              </a:defRPr>
            </a:pPr>
            <a:r>
              <a:t>BLACK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pochissime informazioni iniziali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simuliamo una prospettiva esterna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GREY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alcune informazioni o account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buon compromesso per molti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WHITE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molta visibilità interna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codice, architettura, configurazioni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engagement ha un ciclo di vita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Le fasi cambiano; note ed evidenze ci accompagnano dall’inizio alla fine.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10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24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93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pre-engagement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72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55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23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02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57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54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3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88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02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17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85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validation /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64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19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3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47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16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CLIENT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UmbraMarket ci scrive: «Fateci un pentest e diteci se siamo sicuri».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Questa richiesta è volutamente insufficiente.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Noi cosa chiediamo prima di iniziare?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Cinque cose che dobbiamo rendere chiare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parte “tecnica” inizia già qui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PERIMETRO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host, domini, ambienti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 scope / out of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account e ruoli disponibili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test autenticati o anonimi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LIMITI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azioni vietate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DoS, dati reali,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6472"/>
            <a:ext cx="3456432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41063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FINESTRA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370832"/>
            <a:ext cx="309067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orari, contatti, escalation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succede se qualcosa va storto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776472"/>
            <a:ext cx="3456432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3776472"/>
            <a:ext cx="73152" cy="138988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5" y="3941063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1580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5" y="4370832"/>
            <a:ext cx="309067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consegniamo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formato, evidenze e priorità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CLIENT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Trasformiamo una richiesta vaga 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Lo scope deve essere leggibile e verificabile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346740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32845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3204" y="2148840"/>
            <a:ext cx="3900830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644" y="2304288"/>
            <a:ext cx="37179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Decisione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4035" y="2148840"/>
            <a:ext cx="346740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5475" y="2304288"/>
            <a:ext cx="32845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Esempio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97480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3204" y="2697480"/>
            <a:ext cx="390083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644" y="2834640"/>
            <a:ext cx="3717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cosa possiamo testare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4035" y="2697480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5475" y="2834640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shop.umbramarket.lab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19272"/>
            <a:ext cx="346740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56432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Esclusioni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53204" y="3319272"/>
            <a:ext cx="390083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4644" y="3456432"/>
            <a:ext cx="3717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cosa non tocchiamo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4035" y="3319272"/>
            <a:ext cx="346740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5475" y="3456432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admin.umbramarket.lab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941064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78224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3204" y="3941064"/>
            <a:ext cx="390083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4644" y="4078224"/>
            <a:ext cx="3717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quali identità usiamo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54035" y="3941064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5475" y="4078224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Alice / Bob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562856"/>
            <a:ext cx="346740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700016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Tecniche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3204" y="4562856"/>
            <a:ext cx="390083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4644" y="4700016"/>
            <a:ext cx="3717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cosa è consentito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4562856"/>
            <a:ext cx="346740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5475" y="4700016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HTTP test non distruttivi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184648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321808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53204" y="5184648"/>
            <a:ext cx="390083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44644" y="5321808"/>
            <a:ext cx="3717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4035" y="5184648"/>
            <a:ext cx="346740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5475" y="5321808"/>
            <a:ext cx="32845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finding + evidence + remediation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Dove possiamo andare. Dove dobbiamo fermarci.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 professionista sa anche quando NON continuare.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RULES OF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tecniche consentite e vietate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orari e rate limit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contatti di escalation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gestione di dati e credenziali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STOP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abbiamo già la prova minima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rischio di impatto non necessario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siamo fuori scope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il cliente chiede di fermarci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Ora tocca a noi — Client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Siamo il team che riceve il brief iniziale di UmbraMarket. Le informazioni sono incomplete apposta.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facciamo domande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scriviamo cosa è in/out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definiamo 3 regole operative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decidiamo quando fermarci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1 pagina: Scope + RoE + domande ancora aperte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11556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Fermiamoci ogni tanto e facciamoci tre domande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Queste tre domande sono il nostro “debugger mentale”.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Cosa sappiamo? · Cosa stiamo assumendo? · Quale evidenza ci manca?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separare fatti, ipotesi ed evidenze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spiegare cosa cambia tra VA e 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fare le domande giuste prima del primo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scrivere scope, RoE e stop condition leggibili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Quando clicchiamo “Login”, che cosa succede davvero tra browser, rete e applicazione?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2 — Fondamentali tecnici + Recon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Il reporting inizia dal primo minuto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Più tardi queste note diventeranno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NOTA GREZZA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ho fatto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quando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 quale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output conservato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riproducibile da un altro tester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OSSERVAZIONE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posso affermare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senza anticipare la conclusione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Una tabella che useremo per tutto il corso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Semplice, ma potentissima per mantenere il ragionamento pulito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361187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34289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Tipo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148840"/>
            <a:ext cx="361187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304288"/>
            <a:ext cx="34289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Esempio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2148840"/>
            <a:ext cx="361187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2304288"/>
            <a:ext cx="34289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Stato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FACT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697480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834640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200 OK con cookie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697480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999" y="2834640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319272"/>
            <a:ext cx="361187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456432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319272"/>
            <a:ext cx="361187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3456432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cookie usato per autenticazione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3319272"/>
            <a:ext cx="361187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9" y="3456432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unverified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941064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78224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941064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4078224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cosa succede senza cookie?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59" y="3941064"/>
            <a:ext cx="361187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0999" y="4078224"/>
            <a:ext cx="34289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next 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00 + 01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Quanto è forte la nostra evidenza?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conclusione non deve essere più forte dell’evidenza che la sostiene.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BE185D"/>
                </a:solidFill>
                <a:latin typeface="Aptos"/>
              </a:defRPr>
            </a:pPr>
            <a:r>
              <a:t>DEBOLE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una sola osservazione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ripetuta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comportamento riproducibile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ma causa ancora incerta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15803D"/>
                </a:solidFill>
                <a:latin typeface="Aptos"/>
              </a:defRPr>
            </a:pPr>
            <a:r>
              <a:t>FORTE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baseline + variazione controllata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risultato coerente e ripetibile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