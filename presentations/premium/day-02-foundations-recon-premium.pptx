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23960" y="457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1F5F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818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713232"/>
            <a:ext cx="11612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781812"/>
            <a:ext cx="978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300" b="1">
                <a:solidFill>
                  <a:srgbClr val="111827"/>
                </a:solidFill>
                <a:latin typeface="Aptos"/>
              </a:defRPr>
            </a:pPr>
            <a:r>
              <a:t>Dal click alla superficie d’attacco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374151"/>
                </a:solidFill>
                <a:latin typeface="Aptos"/>
              </a:defRPr>
            </a:pPr>
            <a:r>
              <a:t>Seguiamo una richiesta dall’hostname all’applicazione e trasformiamo l’enumeration in una mappa utile.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IL NOSTRO PERCORSO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315968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71416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F78"/>
                </a:solidFill>
                <a:latin typeface="Aptos"/>
              </a:defRPr>
            </a:pPr>
            <a:r>
              <a:t>risolviamo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563EB"/>
                </a:solidFill>
                <a:latin typeface="Aptos"/>
              </a:defRPr>
            </a:pPr>
            <a:r>
              <a:t>seguiamo il traffico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9704" y="4315968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471416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D97706"/>
                </a:solidFill>
                <a:latin typeface="Aptos"/>
              </a:defRPr>
            </a:pPr>
            <a:r>
              <a:t>enumeriamo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6D28D9"/>
                </a:solidFill>
                <a:latin typeface="Aptos"/>
              </a:defRPr>
            </a:pPr>
            <a:r>
              <a:t>costruiamo la mappa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230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64748B"/>
                </a:solidFill>
                <a:latin typeface="Aptos"/>
              </a:defRPr>
            </a:pPr>
            <a:r>
              <a:t>Le slide ci tengono sul filo. Il sito e i dossier ci danno i dettagli quando ci servono.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Oggi facciamo questo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Alterniamo ragionamento, esempi, sito e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fondamentali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DNS · TCP · TLS ·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1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controlliamo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recon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esiste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vale approfondire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ALLA FINE CI PORTIAMO VIA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2148839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40580"/>
            <a:ext cx="1965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REQUEST ANATOMY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4952" y="4572000"/>
            <a:ext cx="2048256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36392" y="4640580"/>
            <a:ext cx="18653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ATTACK SURFACE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4572000"/>
            <a:ext cx="2048256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4640580"/>
            <a:ext cx="18653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NEXT-TEST 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4173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RAGIONIAMO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Quando scriviamo shop.umbramarket.lab nel browser, quante cose succedono prima di vedere una pagina?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Se non sappiamo dove siamo nella catena, rischiamo di interpretare male quello che osserviamo.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Seguiamo il percorso, strato per strato.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Dal nome all’applicazione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Ogni livello può darci informazioni diverse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0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94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09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56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11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125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40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8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IP /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7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42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56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70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39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183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TLS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49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03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18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00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79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34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448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63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1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DNS: il nome diventa un indirizzo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Un record DNS non è una vulnerabilità: è contesto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A / AAAA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hostname → IP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primo legame da annotare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CNAME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alias verso un altro nome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può rivelare dipendenze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DOMANDA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stiamo guardando lo stesso servizio?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ci sono altri hostname?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Leggiamo una request, senza correre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Ogni riga può diventare una domanda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GET /api/orders/1001?format=full HTTP/1.1</a:t>
            </a:r>
            <a:br/>
            <a:r>
              <a:t>Host: shop.umbramarket.lab</a:t>
            </a:r>
            <a:br/>
            <a:r>
              <a:t>Cookie: session=demo-alice-7f2a</a:t>
            </a:r>
            <a:br/>
            <a:r>
              <a:t>Accept: application/json</a:t>
            </a:r>
            <a:br/>
            <a:r>
              <a:t>User-Agent: Mozilla/5.0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RISORSA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/api/orders/1001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IDENTITÀ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cookie di sessione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path + query + header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Status code: cosa ci dice davvero?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semantica applicativa conta più del numero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2xx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 richiesta è stata gestita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significa “sicuro”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3xx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redirect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spesso utile per capire flussi di login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4xx / 5xx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rifiuto o errore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sono segnali, non conclusioni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CONFRONTIAMO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Sessione: cosa mantiene il “filo” tra le richieste?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Identità e autorizzazione non sono la stessa cosa.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COOKIE DI SESSIONE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inviato dal browser a ogni request compatibile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può includere Secure / HttpOnly / SameSite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va osservato come identificatore, non “decodificato per forza”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TOKEN / BEARER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spesso usato nelle API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può contenere claim o essere opaco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la domanda è sempre: cosa usa il server per decidere?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RECON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46304" cy="2468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426464"/>
            <a:ext cx="9326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111827"/>
                </a:solidFill>
                <a:latin typeface="Aptos"/>
              </a:defRPr>
            </a:pPr>
            <a:r>
              <a:t>Recon non significa “lanciare Nmap”.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82112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374151"/>
                </a:solidFill>
                <a:latin typeface="Aptos"/>
              </a:defRPr>
            </a:pPr>
            <a:r>
              <a:t>Significa ridurre l’incertezza: quali asset esistono, quali servizi espongono, quali tecnologie dichiarano, quale test ha senso fare dopo.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CONFRONTIAMO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Recon passivo e attivo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distinzione serve per scegliere la tecnica giusta al momento giusto.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PASSIVO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fonti già disponibili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documentazione, DNS, certificati, informazioni pubbliche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nessuna interazione diretta col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ATTIVO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interagiamo col target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porte, banner, HTTP, discovery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dobbiamo restare entro scope e rate concordati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port scan è un punto di partenza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Porta aperta ≠ vulnerabilità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Nmap scan report for 10.77.0.10</a:t>
            </a:r>
            <a:br/>
            <a:r>
              <a:t>PORT    STATE    SERVICE</a:t>
            </a:r>
            <a:br/>
            <a:r>
              <a:t>22/tcp  filtered ssh</a:t>
            </a:r>
            <a:br/>
            <a:r>
              <a:t>80/tcp  open     http</a:t>
            </a:r>
            <a:br/>
            <a:r>
              <a:t>443/tcp open     https</a:t>
            </a:r>
            <a:br/>
            <a:br/>
            <a:r>
              <a:t>Nmap scan report for 10.77.0.20</a:t>
            </a:r>
            <a:br/>
            <a:r>
              <a:t>80/tcp  open     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FATTO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80/443 rispondono su .10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NON SAPPIAMO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la versione reale del software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NEXT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capire cosa serve HTTP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Web discovery: piccoli indizi, grandi domande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Cerchiamo superficie, non “flag”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robots.txt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dichiara percorsi ai crawler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crea “aree segrete”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sitemap.xml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mappa alcune risorse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può ampliare la 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header /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tecnologie, backend, docs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da validare prima di crederci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Usiamo tre etichette per non confonderci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Questa classificazione entra nel taccuino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l’abbiamo visto direttamente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es: porta 443 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INFERRED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deduzione ragionevole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es: /api suggerisce un servizio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UNVERIFIED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plausibile ma ancora da provare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es: versione software da banner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La nostra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Una mappa utile deve suggerire il prossimo passo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2015933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8330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Asset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1733" y="2148840"/>
            <a:ext cx="2015933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3173" y="2304288"/>
            <a:ext cx="18330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17666" y="2148840"/>
            <a:ext cx="2015933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106" y="2304288"/>
            <a:ext cx="18330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3599" y="2148840"/>
            <a:ext cx="2519916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5039" y="2304288"/>
            <a:ext cx="23370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3515" y="2148840"/>
            <a:ext cx="2267924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4955" y="2304288"/>
            <a:ext cx="20850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Next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2015933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834640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shop.umbramarket.lab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1733" y="2697480"/>
            <a:ext cx="2015933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93173" y="2834640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80 / 443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17666" y="2697480"/>
            <a:ext cx="2015933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106" y="2834640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scan + HTTP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3599" y="2697480"/>
            <a:ext cx="2519916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5039" y="2834640"/>
            <a:ext cx="23370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53515" y="2697480"/>
            <a:ext cx="226792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4955" y="2834640"/>
            <a:ext cx="20850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map web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319272"/>
            <a:ext cx="2015933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56432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api.umbramarket.lab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1733" y="3319272"/>
            <a:ext cx="2015933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3173" y="3456432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443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17666" y="3319272"/>
            <a:ext cx="2015933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9106" y="3456432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Link header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33599" y="3319272"/>
            <a:ext cx="2519916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5039" y="3456432"/>
            <a:ext cx="23370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53515" y="3319272"/>
            <a:ext cx="226792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44955" y="3456432"/>
            <a:ext cx="20850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verify host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941064"/>
            <a:ext cx="2015933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078224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files.umbramarket.lab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01733" y="3941064"/>
            <a:ext cx="2015933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93173" y="4078224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17666" y="3941064"/>
            <a:ext cx="2015933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9106" y="4078224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DNS + HTTP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33599" y="3941064"/>
            <a:ext cx="2519916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5039" y="4078224"/>
            <a:ext cx="23370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53515" y="3941064"/>
            <a:ext cx="226792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44955" y="4078224"/>
            <a:ext cx="20850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inspect files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4562856"/>
            <a:ext cx="2015933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700016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admin.umbramarket.lab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01733" y="4562856"/>
            <a:ext cx="2015933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93173" y="4700016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17666" y="4562856"/>
            <a:ext cx="2015933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9106" y="4700016"/>
            <a:ext cx="18330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architecture note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33599" y="4562856"/>
            <a:ext cx="2519916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5039" y="4700016"/>
            <a:ext cx="23370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53515" y="4562856"/>
            <a:ext cx="226792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4955" y="4700016"/>
            <a:ext cx="20850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scope check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Laboratorio — Build the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Adesso usiamo il metodo sul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65760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8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43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ptos"/>
              </a:defRPr>
            </a:pPr>
            <a:r>
              <a:t>Riceviamo output DNS, scan, header e discovery di UmbraMarket in più passaggi.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48840"/>
            <a:ext cx="3794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4884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313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FACCIAMO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15768"/>
            <a:ext cx="341071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classifichiamo observed / inferred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costruiamo la mappa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scegliamo i next test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blocchiamo ciò che è fuori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148840"/>
            <a:ext cx="2697480" cy="3108960"/>
          </a:xfrm>
          <a:prstGeom prst="roundRect">
            <a:avLst/>
          </a:prstGeom>
          <a:solidFill>
            <a:srgbClr val="FFF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15727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6430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880360"/>
            <a:ext cx="2176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Attack Surface Inventory + 3 next test motivati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66344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D97706"/>
                </a:solidFill>
                <a:latin typeface="Aptos"/>
              </a:defRPr>
            </a:pPr>
            <a:r>
              <a:t>→ apriamo il sito / dossier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11556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Il punto non è «quanti servizi abbiamo trovato?»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Il punto è: quale nuova decisione possiamo prendere grazie a ciò che abbiamo trovato?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Quale test faremo adesso, e perché?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CHIUDIAMO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Prima di andare via, dobbiamo riuscire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interessa il perché delle decisioni, non il numero di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76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leggere una request e individuare identità, risorsa e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6207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99008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809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distinguere host, hostname, porta, servizio e applicazione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9770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941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trasformare enumeration in una attack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885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scegliere il prossimo test in base alle evidenze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PROSSIMA TAPPA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LA DOMANDA CHE CI PORTIAMO DIETRO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11827"/>
                </a:solidFill>
                <a:latin typeface="Aptos"/>
              </a:defRPr>
            </a:pPr>
            <a:r>
              <a:t>Se uno scanner ci dice “HIGH”, cosa dobbiamo vedere prima di scriverlo in un report?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469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471416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999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40740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Giornata 3 — Vulnerability Assessment + Web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TCP e TLS: cosa ci interessa davvero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Approfondiamo solo quando serve a interpretare un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connessione e porta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stato open / closed / filtered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TLS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certificato e cifratura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hostname e validità del certificato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NOI CERCHIAMO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evidenze utili al modello del sistema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teoria fine a se stessa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Porte comuni: memoria utile, non regola assoluta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porta suggerisce; il servizio si verifica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spesso SSH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80 / 443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spesso HTTP / HTTPS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spesso DNS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3306 / 5432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database comuni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assumiamo il prodotto solo dalla 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02 + 03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Mini cheat sheet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Non dobbiamo ricordare tutto: dobbiamo sapere dove guardare.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2796294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261341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Elemento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2094" y="2148840"/>
            <a:ext cx="8039345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3534" y="2304288"/>
            <a:ext cx="78564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Domanda che ci facciamo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97480"/>
            <a:ext cx="279629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26134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Host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2094" y="2697480"/>
            <a:ext cx="8039345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3534" y="2834640"/>
            <a:ext cx="7856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quale virtual host stiamo raggiungendo?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19272"/>
            <a:ext cx="279629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56432"/>
            <a:ext cx="26134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Path /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2094" y="3319272"/>
            <a:ext cx="8039345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3534" y="3456432"/>
            <a:ext cx="7856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quale risorsa e quale input controlliamo?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941064"/>
            <a:ext cx="279629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78224"/>
            <a:ext cx="26134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Cookie / Authorization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82094" y="3941064"/>
            <a:ext cx="8039345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3534" y="4078224"/>
            <a:ext cx="7856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come viene riconosciuta l’identità?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562856"/>
            <a:ext cx="279629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00016"/>
            <a:ext cx="26134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Status / Location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82094" y="4562856"/>
            <a:ext cx="8039345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3534" y="4700016"/>
            <a:ext cx="7856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che decisione ha preso il server?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184648"/>
            <a:ext cx="279629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321808"/>
            <a:ext cx="26134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Body / headers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2094" y="5184648"/>
            <a:ext cx="8039345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3534" y="5321808"/>
            <a:ext cx="78564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quali dati e indizi ci restituisce?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