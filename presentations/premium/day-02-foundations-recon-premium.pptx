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2 — Fondamentali tecnici + Recon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DNS, HTTP, sessione e attack surface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02 + 03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fondamentali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DNS → TCP → TLS → HTTP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request anatomy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capire davvero una richiesta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recon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host, porte, servizi e hostname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attack surface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mappa utile, non output grezzo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Request Anatomy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Attack Surface Inventory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Dal browser all’applicazione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La request attraversa livelli diversi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DNS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IP/TCP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TLS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HTTP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app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Anatomia minima di una request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Cosa leggere nel traffico reale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linea iniziale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metodo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path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versione HTTP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header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Host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Cookie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Content-Type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body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form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JSON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file upload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Che cosa voglio sapere da una request?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Una request genera già domande di sicurezza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osservare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chi parla con chi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oggetto richiesto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input controllabili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ruolo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response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domandarsi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cosa identifica l’utente?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cosa identifica la risorsa?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cosa cambia senza sessione?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quale parte può cambiare?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questa info cambia il piano?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Recon = mappatura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Non è una gara di scanner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asset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hostname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IP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relazioni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esposizione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porte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servizi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tecnologie dichiarate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priorità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cosa approfondire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cosa è fuori scope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Build the Attack Surface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Dall’output alla mappa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065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038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hostname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4855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1315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287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porte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05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9564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servizi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13551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814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787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contenuto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9604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6063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036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ipotesi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37854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4313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86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next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Strumenti: quale domanda rispondono?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 tool sono strumenti, non conclusioni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esempi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dig → risoluzione hostname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nmap → servizi esposti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curl → risposta HTTP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robots.txt → aree dichiarate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errori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comando prima della domanda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banner = verità assoluta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porta aperta = vulnerabilità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testare tutto senza priorità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Output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Cosa ci aspettiamo nei taccuini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6132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57400"/>
            <a:ext cx="9875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>
                <a:solidFill>
                  <a:srgbClr val="111827"/>
                </a:solidFill>
              </a:defRPr>
            </a:pPr>
            <a:r>
              <a:t>☐ leggere una request end-to-end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distinguere host / hostname / servizio / app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creare Attack Surface Inventory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segnalare correttamente asset fuori scope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