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216712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1984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Dalla vulnerabilità al rischio raccontabile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Mettiamo insieme PoC controllata, post-exploitation, reporting e uso disciplinato dell’AI.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decidiamo se exploitare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5635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4507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7659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misuriamo il contesto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348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2358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10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scriviamo il finding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337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0209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3361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verifichiamo l’AI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vale la pena?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post-ex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abbiamo ottenuto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può capire il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possiamo delegare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DECISION SHEET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44368" y="4572000"/>
            <a:ext cx="1746504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35808" y="4640580"/>
            <a:ext cx="1563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ATTACK PATH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55464" y="4572000"/>
            <a:ext cx="150876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46904" y="4640580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FINDING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28816" y="4572000"/>
            <a:ext cx="2148839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0256" y="4640580"/>
            <a:ext cx="196595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AI CLAIM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Una vulnerabilità confermata va sempre sfruttata?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No. Una PoC è utile solo se aggiunge informazione e rimane entro le regole concordate.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Prima di exploitare facciamo un decision gate.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Decision gate prima della PoC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Se una risposta critica è “no”, ci fermiamo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finding confermato?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prerequisiti presenti?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valore aggiunto?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RoE lo consente?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stop condition?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Vulnerability, exploit,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Tre parole diverse, tre decisioni diverse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debolezza nel sistema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causa che rende possibile l’attacco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EXPLOIT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tecnica / codice che usa la debolezza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ha prerequisiti precisi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PAYLOAD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effetto successivo quando serve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è sinonimo di exploit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primo tentativo che non conferma nulla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Anche un tentativo “negativo” produce informazione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[SIMULATED CHECK]</a:t>
            </a:r>
            <a:br/>
            <a:r>
              <a:t>Target service: demosync 2.3</a:t>
            </a:r>
            <a:br/>
            <a:r>
              <a:t>Advisory requires: feature=legacy-sync</a:t>
            </a:r>
            <a:br/>
            <a:r>
              <a:t>Observed: feature flag not visible</a:t>
            </a:r>
            <a:br/>
            <a:r>
              <a:t>Result: prerequisite NOT confirmed</a:t>
            </a:r>
            <a:br/>
            <a:br/>
            <a:r>
              <a:t>Decision: do not claim exploitability yet.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FATTO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manca un prerequisito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BE185D"/>
                </a:solidFill>
                <a:latin typeface="Aptos"/>
              </a:defRPr>
            </a:pPr>
            <a:r>
              <a:t>NON CONCLUDIAMO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“non vulnerabile”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NEXT STEP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cercare evidenza sul requisito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61848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EXPLOITATION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La stop condition fa parte della tecnica.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Una PoC professionale dimostra il rischio con il minimo impatto necessario, poi si ferma.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12140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938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POST-EXPLOITATION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Abbiamo accesso. Adesso cosa vogliamo capire?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Non “quanto lontano possiamo andare?”, ma “quale nuovo rischio possiamo misurare senza uscire dal mandato?”.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Partiamo dal security context.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12140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938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POST-EXPLOITATION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Post-exploitation: tre domande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L’obiettivo è costruire un attack path credibile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CHI SIAMO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utente / servizio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host / container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privilegi attuali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QUALI CONFINI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gruppi, ACL, service accounts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segmentazione e trust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QUAL È IL RISCHIO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diventerebbe accessibile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quale escalation è plausibile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12140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938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POST-EXPLOITATION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Dal contesto all’attack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Niente persistence, stealth o raccolta dati non necessaria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initial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current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privilege 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minimal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cleanup / stop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Il report è il vero prodotto del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L’exploit dura pochi secondi. Il finding deve permettere a cliente e team tecnico di capire, riprodurre, prioritizzare e correggere.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 finding professionale risponde a cinque domande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E infine: come la correggiamo?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qual è la debolezza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titolo descrittivo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DOVE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asset, endpoint, funzione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scope preciso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PROVA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request / response / output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steps to reproduce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IMPATTO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può succedere davvero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non quello che “potrebbe forse” accadere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Severity e priorità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CVSS aiuta; il contesto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SEVERITY TECNICA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exploitability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privilegi necessari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impatto su confidenzialità, integrità, disponibilità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PRIORITÀ CLIENTE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dato / processo coinvolto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esposizione reale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compensating controls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urgenza di remediation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Executive summary e finding tecnico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Due pubblici diversi, una sola realtà tecnica.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EXECUTIVE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cosa abbiamo testato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rischi principali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priorità e prossimi passi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linguaggio comprensibile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TECHNICAL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causa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evidenza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riproduzione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impatto e remediation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Dove entra l’AI?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Può accelerare il lavoro, ma non può diventare la fonte della nostra evidenza.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AI propone. Noi verifichiamo.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Usi che ci fanno guadagnare tempo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Mai copiare una conclusione tecnica senza verificarla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RIORGANIZZARE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note grezze → struttura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checklist e tabelle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RIFORMULARE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finding più chiaro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executive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GENERARE IPOTESI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domande da verificare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possibili prerequisiti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L’AI può essere molto sicura… e sbagliare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tono sicuro non aumenta la qualità dell’evidenza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6629400" cy="33375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359152"/>
            <a:ext cx="91440" cy="91440"/>
          </a:xfrm>
          <a:prstGeom prst="ellipse">
            <a:avLst/>
          </a:prstGeom>
          <a:solidFill>
            <a:srgbClr val="F87171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2359152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2456" y="2359152"/>
            <a:ext cx="91440" cy="91440"/>
          </a:xfrm>
          <a:prstGeom prst="ellipse">
            <a:avLst/>
          </a:prstGeom>
          <a:solidFill>
            <a:srgbClr val="4ADE80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633472"/>
            <a:ext cx="626364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210" b="0">
                <a:solidFill>
                  <a:srgbClr val="E2E8F0"/>
                </a:solidFill>
                <a:latin typeface="Cascadia Mono"/>
              </a:defRPr>
            </a:pPr>
            <a:r>
              <a:t>AI draft:</a:t>
            </a:r>
            <a:br/>
            <a:r>
              <a:t>"The exposed nginx/1.24.0 banner confirms CVE-2026-99999</a:t>
            </a:r>
            <a:br/>
            <a:r>
              <a:t>and allows unauthenticated RCE on the target."</a:t>
            </a:r>
            <a:br/>
            <a:br/>
            <a:r>
              <a:t>Available evidence:</a:t>
            </a:r>
            <a:br/>
            <a:r>
              <a:t>- Server header only</a:t>
            </a:r>
            <a:br/>
            <a:r>
              <a:t>- no build verification</a:t>
            </a:r>
            <a:br/>
            <a:r>
              <a:t>- no advisory checked</a:t>
            </a:r>
            <a:br/>
            <a:r>
              <a:t>- no exploitability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221284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235915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86F78"/>
                </a:solidFill>
                <a:latin typeface="Aptos"/>
              </a:defRPr>
            </a:pPr>
            <a:r>
              <a:t>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65176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banner presente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31012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345643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BE185D"/>
                </a:solidFill>
                <a:latin typeface="Aptos"/>
              </a:defRPr>
            </a:pPr>
            <a:r>
              <a:t>WRONG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3749039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“confirms CVE”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407408"/>
            <a:ext cx="3767328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4553712"/>
            <a:ext cx="3337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D97706"/>
                </a:solidFill>
                <a:latin typeface="Aptos"/>
              </a:defRPr>
            </a:pPr>
            <a:r>
              <a:t>MISSING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4846320"/>
            <a:ext cx="3337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374151"/>
                </a:solidFill>
                <a:latin typeface="Aptos"/>
              </a:defRPr>
            </a:pPr>
            <a:r>
              <a:t>fonte primaria + prerequisiti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Human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AI output ≠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claim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fonte primaria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confronta prerequisiti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verifica sul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riscrivi solo ciò che regge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Mini-lab — Dal finding alla comunicazione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Seguiamo una catena completa: prerequisiti → PoC simulata → contesto → finding → AI review.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decidiamo se continuare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costruiamo l’attack path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scriviamo il finding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smontiamo gli overclaim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Finding finale + 5 righe di executive 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212140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9385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CAPSTONE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Nella prossima giornata lavoriamo quasi senza rete di sicurezza.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Il capstone ci chiederà di scegliere da soli dove spendere tempo e quando fermarci.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Il metodo deve diventare nostro.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decidere se una PoC aggiunge davvero valore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descrivere il security context dopo un accesso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trasformare evidenze in finding e priorità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usare l’AI come acceleratore verificato, non come autorità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Davanti a un assessment completo, quale sarà la nostra prima decisione?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7 — Capstone UmbraMarket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Remediation: quattro livelli di qualità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remediation deve essere utile a chi deve implementarla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DEBOLE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“aggiornare il software”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troppo generico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MEGLIO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indica componente e controllo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spiega la causa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5803D"/>
                </a:solidFill>
                <a:latin typeface="Aptos"/>
              </a:defRPr>
            </a:pPr>
            <a:r>
              <a:t>BUONA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azione concreta + verifica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considera regressioni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Fonti primarie da preferire quando verifichiamo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Blog e AI possono aiutare a orientarsi, non a chiudere la verifica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VENDOR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security advisory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release notes / patch notes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CVE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identificatore e riferimenti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versioni / condizioni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DOCUMENTAZIONE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configurazione e prerequisiti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comportamento atteso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Finding debole vs finding difendibile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Un report professionale riduce l’overclaim.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DEBOLE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“Il server è vulnerabile a RCE”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nessun prerequisito dimostrato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impatto copiato da un advisory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DIFENDIBILE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descrive esattamente ciò che abbiamo verificato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separa osservato e inferito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collega remediation alla causa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209397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191109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08 + 09 + 10 + 11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Checklist prima di usare una frase dell’AI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Se una risposta è no, l’AI ci ha dato una pista, non una conclusione.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FONTE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possiamo risalire a una fonte primaria?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EVIDENZA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frase è supportata dai nostri test?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proposta resta dentro il mandato?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