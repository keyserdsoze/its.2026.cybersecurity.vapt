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749808"/>
            <a:ext cx="1170432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822959"/>
            <a:ext cx="95097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768096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11827"/>
                </a:solidFill>
              </a:defRPr>
            </a:pPr>
            <a:r>
              <a:t>Giornata 3 — Vulnerability Assessment + Web Mapping</a:t>
            </a:r>
          </a:p>
          <a:p>
            <a:pPr>
              <a:defRPr sz="1700">
                <a:solidFill>
                  <a:srgbClr val="374151"/>
                </a:solidFill>
              </a:defRPr>
            </a:pPr>
            <a:r>
              <a:t>Scanner, validazione, proxy e application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999232"/>
            <a:ext cx="228600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072384"/>
            <a:ext cx="206654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MODULI • 04 + 05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64748B"/>
                </a:solidFill>
              </a:defRPr>
            </a:pPr>
            <a:r>
              <a:t>Slide premium da proiezione: pochi testi, gerarchia chiara, alternanza naturale con il sito del corso.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828800"/>
            <a:ext cx="100584" cy="8229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08483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lezione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88036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880360"/>
            <a:ext cx="100584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36391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laboratorio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3192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31920"/>
            <a:ext cx="100584" cy="8229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18795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Roadmap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Struttura del tempo e deliverable principali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2670048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VA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scanner ≠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1645920"/>
            <a:ext cx="2670048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validazione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CVE, prerequisiti, contesto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999232"/>
            <a:ext cx="2670048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proxy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browser ↔ proxy ↔ web/API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11880" y="2999232"/>
            <a:ext cx="2670048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mapping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funzioni, ruoli, input, oggetti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00200"/>
            <a:ext cx="2971800" cy="35661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1828800"/>
            <a:ext cx="2468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Output della giornata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Validation table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Application Attack Surface Map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Da alert a finding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Un assessment aggiunge ragionamento umano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065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038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scanner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4855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1315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287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evidenza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05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9564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537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prerequisiti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13551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814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787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verifica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9604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86063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036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contesto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7854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4313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86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conclusione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Tre sigle da usare bene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Servono solo se aiutano a spiegare il finding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CVE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vulnerabilità specifica nota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non prova da sola il problema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CWE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classe di debolezza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aiuta a capire la causa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CVSS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severity tecnica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non sostituisce il rischio business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False positive vs false negative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Scanner = input, non fonte di verità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false positive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il tool segnala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problema non applicabile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false negative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problema esiste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tool non lo vede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lezione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validare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contestualizzare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Il proxy rende osservabile l’app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Una variabile per volta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190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163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browser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8980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5439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412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proxy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7230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3689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662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request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479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939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911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response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3729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0188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161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replay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Che cosa mappare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Prima si mappa, poi si testa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funzione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cosa fa la UI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crea / legge / modifica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richiesta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metodo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endpoint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sessione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sicurezza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oggetto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ruolo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next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Checklist di web mapping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Base dei moduli 06 e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osservare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endpoint e method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input controllabili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cookie / token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oggetti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transizioni di stato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chiedersi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UI è unico accesso?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quale ID identifica la risorsa?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cosa cambia con un input?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quale ruolo?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finding o solo mappa?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Deliverable attesi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Ponte verso testing applicativo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83080"/>
            <a:ext cx="1056132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57400"/>
            <a:ext cx="9875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>
                <a:solidFill>
                  <a:srgbClr val="111827"/>
                </a:solidFill>
              </a:defRPr>
            </a:pPr>
            <a:r>
              <a:t>☐ validation table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application attack surface map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next test motivati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Quando passare al sito del corso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Le slide danno ritmo. Il sito contiene i dettagli operativi.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5E7E"/>
                </a:solidFill>
              </a:defRPr>
            </a:pPr>
            <a:r>
              <a:t>QUI IN SLIDE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ritmo della giornata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concetti chiave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mappe e diagrammi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output attesi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SUL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lezione completa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dossier di laboratorio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artefatti e request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quiz e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DURANTE IL LAB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consultare il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annotare nel taccuino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chiedere evidenze, non solo risposte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usare i deliverable come guida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