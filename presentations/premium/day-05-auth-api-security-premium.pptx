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749808"/>
            <a:ext cx="1170432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822959"/>
            <a:ext cx="95097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768096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11827"/>
                </a:solidFill>
              </a:defRPr>
            </a:pPr>
            <a:r>
              <a:t>Giornata 5 — Authentication, Authorization &amp; API Security</a:t>
            </a:r>
          </a:p>
          <a:p>
            <a:pPr>
              <a:defRPr sz="1700">
                <a:solidFill>
                  <a:srgbClr val="374151"/>
                </a:solidFill>
              </a:defRPr>
            </a:pPr>
            <a:r>
              <a:t>Two Users, One Object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999232"/>
            <a:ext cx="228600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072384"/>
            <a:ext cx="206654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MODULI •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64748B"/>
                </a:solidFill>
              </a:defRPr>
            </a:pPr>
            <a:r>
              <a:t>Slide premium da proiezione: pochi testi, gerarchia chiara, alternanza naturale con il sito del corso.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828800"/>
            <a:ext cx="100584" cy="822960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208483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lezione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88036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2880360"/>
            <a:ext cx="100584" cy="822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36391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laboratorio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3192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31920"/>
            <a:ext cx="100584" cy="8229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418795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Roadmap della giornata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Struttura del tempo e deliverable principali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2670048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authn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chi sei?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1645920"/>
            <a:ext cx="2670048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sessione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come il server ti riconosce?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2999232"/>
            <a:ext cx="2670048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authz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cosa puoi fare e su quale oggetto?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11880" y="2999232"/>
            <a:ext cx="2670048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4760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API testing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confronti tra utenti e ruoli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00200"/>
            <a:ext cx="2971800" cy="35661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1828800"/>
            <a:ext cx="24688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Output della giornata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API map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Authorization test evidence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Finding access-control/API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Tre concetti distinti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Non confonderli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authentication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verifica identità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login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session management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lega richieste e utente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cookie / token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authorization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azione + oggetto + ruolo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cuore della lezione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Access control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Il controllo deve essere server-side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orizzontale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Alice accede a Bob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stesso ruolo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verticale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utente standard usa admin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ruolo diverso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function level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UI non basta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server deve rifiutare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Two Users, One Object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Test cross-user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1903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1631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Alice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89807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54399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4127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ordine 1001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72303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3689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662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Bob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4799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019391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9119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ordine 1002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37295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01887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1615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cross-user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Cosa mappare in una API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I confronti generano i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struttura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metodo e path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sessione / bearer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object ID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effetto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ruolo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confronti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anonimo vs auth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Alice vs Bob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user vs admin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GET vs PUT/DELETE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UI vs request diretta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JWT: idea operativa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Capire il flusso prima dei trucchi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header.payload.signature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header e payload leggibili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non è cifratura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domande utili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quali claim?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cosa usa il server?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errore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token hacking senza ipotesi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prima capire authz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Deliverable della giornata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Focus sulla decisione server-side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783080"/>
            <a:ext cx="1056132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57400"/>
            <a:ext cx="98755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>
                <a:solidFill>
                  <a:srgbClr val="111827"/>
                </a:solidFill>
              </a:defRPr>
            </a:pPr>
            <a:r>
              <a:t>☐ mappa di endpoint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test cross-user / cross-role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identità vs sessione vs risorsa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PoC minima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Quando passare al sito del corso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Le slide danno ritmo. Il sito contiene i dettagli operativi.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5E7E"/>
                </a:solidFill>
              </a:defRPr>
            </a:pPr>
            <a:r>
              <a:t>QUI IN SLIDE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ritmo della giornata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concetti chiave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mappe e diagrammi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output attesi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SUL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lezione completa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dossier di laboratorio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artefatti e request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quiz e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DURANTE IL LAB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consultare il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annotare nel taccuino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chiedere evidenze, non solo risposte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usare i deliverable come guida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